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Mutual Fund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Bluestock Fintech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Build an end-to-end MF analytics platform.</a:t>
            </a:r>
          </a:p>
          <a:p>
            <a:pPr lvl="1"/>
            <a:r>
              <a:t>Data Scale: 40 AMCs, 46k+ NAV records, 32k+ investor txns.</a:t>
            </a:r>
          </a:p>
          <a:p>
            <a:pPr lvl="1"/>
            <a:r>
              <a:t>Tech Stack: Python, SQLite, Pandas, Streamlit, Plotly.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ETL Pipeline: Raw CSV + API -&gt; Pandas -&gt; SQLite</a:t>
            </a:r>
          </a:p>
          <a:p>
            <a:pPr lvl="1"/>
            <a:r>
              <a:t>Star Schema: dim_fund, fact_nav, fact_transactions, etc.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Overview &amp;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Market Overview &amp; Trends go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Performance &amp;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Fund Performance &amp; Risk go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Alpha &amp; Beta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Alpha &amp; Beta Analysis go here.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at Risk (VaR)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Value at Risk (VaR) Breakdown go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Investor Demographics go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SIP vs Lumpsum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SIP vs Lumpsum Trends go here.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Holdings &amp; Sector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Portfolio Holdings &amp; Sector Exposure go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Recommender System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Recommender System Demo go 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points for Conclusion &amp; Future Scope go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